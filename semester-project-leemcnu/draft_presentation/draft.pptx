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4" pos="9792" userDrawn="1">
          <p15:clr>
            <a:srgbClr val="A4A3A4"/>
          </p15:clr>
        </p15:guide>
        <p15:guide id="5" pos="184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27" autoAdjust="0"/>
    <p:restoredTop sz="94660"/>
  </p:normalViewPr>
  <p:slideViewPr>
    <p:cSldViewPr snapToGrid="0">
      <p:cViewPr>
        <p:scale>
          <a:sx n="32" d="100"/>
          <a:sy n="32" d="100"/>
        </p:scale>
        <p:origin x="108" y="-1772"/>
      </p:cViewPr>
      <p:guideLst>
        <p:guide orient="horz" pos="10368"/>
        <p:guide pos="9792"/>
        <p:guide pos="184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7622" y="0"/>
            <a:ext cx="43898822" cy="32931830"/>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4158915" y="10687217"/>
            <a:ext cx="28404859" cy="12244210"/>
          </a:xfrm>
        </p:spPr>
        <p:txBody>
          <a:bodyPr anchor="b"/>
          <a:lstStyle>
            <a:lvl1pPr>
              <a:defRPr sz="23040"/>
            </a:lvl1pPr>
          </a:lstStyle>
          <a:p>
            <a:r>
              <a:rPr lang="en-US"/>
              <a:t>Click to edit Master title style</a:t>
            </a:r>
            <a:endParaRPr lang="en-US" dirty="0"/>
          </a:p>
        </p:txBody>
      </p:sp>
      <p:sp>
        <p:nvSpPr>
          <p:cNvPr id="3" name="Subtitle 2"/>
          <p:cNvSpPr>
            <a:spLocks noGrp="1"/>
          </p:cNvSpPr>
          <p:nvPr>
            <p:ph type="subTitle" idx="1"/>
          </p:nvPr>
        </p:nvSpPr>
        <p:spPr>
          <a:xfrm>
            <a:off x="4158915" y="22931424"/>
            <a:ext cx="28404859" cy="4134816"/>
          </a:xfrm>
        </p:spPr>
        <p:txBody>
          <a:bodyPr anchor="t"/>
          <a:lstStyle>
            <a:lvl1pPr marL="0" indent="0" algn="l">
              <a:buNone/>
              <a:defRPr cap="all">
                <a:solidFill>
                  <a:schemeClr val="accent1">
                    <a:lumMod val="60000"/>
                    <a:lumOff val="40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35990787" y="8778243"/>
            <a:ext cx="4754875" cy="1097563"/>
          </a:xfrm>
        </p:spPr>
        <p:txBody>
          <a:bodyPr anchor="t"/>
          <a:lstStyle>
            <a:lvl1pPr algn="l">
              <a:defRPr b="0" i="0">
                <a:solidFill>
                  <a:schemeClr val="bg1">
                    <a:alpha val="60000"/>
                  </a:schemeClr>
                </a:solidFill>
              </a:defRPr>
            </a:lvl1pPr>
          </a:lstStyle>
          <a:p>
            <a:fld id="{B1AC5CCF-CD23-4116-8BE1-B5318B39FAC4}" type="datetimeFigureOut">
              <a:rPr lang="en-US" smtClean="0"/>
              <a:t>4/8/2026</a:t>
            </a:fld>
            <a:endParaRPr lang="en-US"/>
          </a:p>
        </p:txBody>
      </p:sp>
      <p:sp>
        <p:nvSpPr>
          <p:cNvPr id="5" name="Footer Placeholder 4"/>
          <p:cNvSpPr>
            <a:spLocks noGrp="1"/>
          </p:cNvSpPr>
          <p:nvPr>
            <p:ph type="ftr" sz="quarter" idx="11"/>
          </p:nvPr>
        </p:nvSpPr>
        <p:spPr bwMode="gray">
          <a:xfrm rot="5400000">
            <a:off x="29933801" y="15669158"/>
            <a:ext cx="18527016" cy="1097568"/>
          </a:xfrm>
        </p:spPr>
        <p:txBody>
          <a:bodyPr/>
          <a:lstStyle>
            <a:lvl1pPr>
              <a:defRPr b="0" i="0">
                <a:solidFill>
                  <a:schemeClr val="bg1">
                    <a:alpha val="60000"/>
                  </a:schemeClr>
                </a:solidFill>
              </a:defRPr>
            </a:lvl1pPr>
          </a:lstStyle>
          <a:p>
            <a:endParaRPr lang="en-US"/>
          </a:p>
        </p:txBody>
      </p:sp>
      <p:sp>
        <p:nvSpPr>
          <p:cNvPr id="11" name="Rectangle 10"/>
          <p:cNvSpPr/>
          <p:nvPr/>
        </p:nvSpPr>
        <p:spPr>
          <a:xfrm>
            <a:off x="37179091" y="0"/>
            <a:ext cx="3291840" cy="527739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36857357" y="1419506"/>
            <a:ext cx="3798278" cy="3684898"/>
          </a:xfrm>
          <a:prstGeom prst="rect">
            <a:avLst/>
          </a:prstGeom>
        </p:spPr>
        <p:txBody>
          <a:bodyPr anchor="b"/>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436644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56656" y="4450073"/>
            <a:ext cx="30449626" cy="3407352"/>
          </a:xfrm>
        </p:spPr>
        <p:txBody>
          <a:bodyPr anchor="ctr"/>
          <a:lstStyle>
            <a:lvl1pPr>
              <a:defRPr sz="1536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AC5CCF-CD23-4116-8BE1-B5318B39FA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36857357" y="1419506"/>
            <a:ext cx="3798278" cy="3684898"/>
          </a:xfrm>
          <a:prstGeom prst="rect">
            <a:avLst/>
          </a:prstGeom>
        </p:spPr>
        <p:txBody>
          <a:bodyPr anchor="b"/>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1772797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7622" y="0"/>
            <a:ext cx="43898822" cy="32931830"/>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4212163" y="10836423"/>
            <a:ext cx="14835226" cy="14497651"/>
          </a:xfrm>
        </p:spPr>
        <p:txBody>
          <a:bodyPr anchor="ctr"/>
          <a:lstStyle>
            <a:lvl1pPr algn="l">
              <a:defRPr sz="15360" b="0" cap="none"/>
            </a:lvl1pPr>
          </a:lstStyle>
          <a:p>
            <a:r>
              <a:rPr lang="en-US"/>
              <a:t>Click to edit Master title style</a:t>
            </a:r>
            <a:endParaRPr lang="en-US" dirty="0"/>
          </a:p>
        </p:txBody>
      </p:sp>
      <p:sp>
        <p:nvSpPr>
          <p:cNvPr id="3" name="Text Placeholder 2"/>
          <p:cNvSpPr>
            <a:spLocks noGrp="1"/>
          </p:cNvSpPr>
          <p:nvPr>
            <p:ph type="body" idx="1"/>
          </p:nvPr>
        </p:nvSpPr>
        <p:spPr>
          <a:xfrm>
            <a:off x="24572453" y="10836423"/>
            <a:ext cx="14796077" cy="14497651"/>
          </a:xfrm>
        </p:spPr>
        <p:txBody>
          <a:bodyPr anchor="ctr"/>
          <a:lstStyle>
            <a:lvl1pPr marL="0" indent="0" algn="l">
              <a:buNone/>
              <a:defRPr sz="9600" cap="all">
                <a:solidFill>
                  <a:schemeClr val="accent1">
                    <a:lumMod val="60000"/>
                    <a:lumOff val="40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AC5CCF-CD23-4116-8BE1-B5318B39FA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37179091" y="0"/>
            <a:ext cx="3291840" cy="527739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36857357" y="1419506"/>
            <a:ext cx="3798278" cy="3684898"/>
          </a:xfrm>
          <a:prstGeom prst="rect">
            <a:avLst/>
          </a:prstGeom>
        </p:spPr>
        <p:txBody>
          <a:bodyPr anchor="b"/>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1952092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4158912" y="11948163"/>
            <a:ext cx="17457504" cy="1694689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74789" y="11948174"/>
            <a:ext cx="17457504" cy="1694688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1AC5CCF-CD23-4116-8BE1-B5318B39FA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36857357" y="1419506"/>
            <a:ext cx="3798278" cy="3684898"/>
          </a:xfrm>
          <a:prstGeom prst="rect">
            <a:avLst/>
          </a:prstGeom>
        </p:spPr>
        <p:txBody>
          <a:bodyPr anchor="b"/>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288513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175606" y="11948160"/>
            <a:ext cx="17440810" cy="3644592"/>
          </a:xfrm>
        </p:spPr>
        <p:txBody>
          <a:bodyPr anchor="b">
            <a:noAutofit/>
          </a:bodyPr>
          <a:lstStyle>
            <a:lvl1pPr marL="0" indent="0">
              <a:buNone/>
              <a:defRPr sz="11520" b="0">
                <a:solidFill>
                  <a:schemeClr val="accent1">
                    <a:lumMod val="60000"/>
                    <a:lumOff val="40000"/>
                  </a:schemeClr>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4158912" y="15592754"/>
            <a:ext cx="17457504" cy="1330229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74791" y="11948162"/>
            <a:ext cx="17457499" cy="3631848"/>
          </a:xfrm>
        </p:spPr>
        <p:txBody>
          <a:bodyPr anchor="b">
            <a:noAutofit/>
          </a:bodyPr>
          <a:lstStyle>
            <a:lvl1pPr marL="0" indent="0">
              <a:buNone/>
              <a:defRPr sz="11520" b="0">
                <a:solidFill>
                  <a:schemeClr val="accent1">
                    <a:lumMod val="60000"/>
                    <a:lumOff val="40000"/>
                  </a:schemeClr>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74789" y="15580010"/>
            <a:ext cx="17457504" cy="1331504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AC5CCF-CD23-4116-8BE1-B5318B39FAC4}"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36857357" y="1419506"/>
            <a:ext cx="3798278" cy="3684898"/>
          </a:xfrm>
          <a:prstGeom prst="rect">
            <a:avLst/>
          </a:prstGeom>
        </p:spPr>
        <p:txBody>
          <a:bodyPr anchor="b"/>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1014524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1AC5CCF-CD23-4116-8BE1-B5318B39FAC4}"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36857357" y="1419506"/>
            <a:ext cx="3798278" cy="3684898"/>
          </a:xfrm>
          <a:prstGeom prst="rect">
            <a:avLst/>
          </a:prstGeom>
        </p:spPr>
        <p:txBody>
          <a:bodyPr anchor="b"/>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731474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7179091" y="0"/>
            <a:ext cx="3291840" cy="527739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B1AC5CCF-CD23-4116-8BE1-B5318B39FAC4}"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36857357" y="1419506"/>
            <a:ext cx="3798278" cy="3684898"/>
          </a:xfrm>
          <a:prstGeom prst="rect">
            <a:avLst/>
          </a:prstGeom>
        </p:spPr>
        <p:txBody>
          <a:bodyPr/>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27492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7622" y="0"/>
            <a:ext cx="43898822" cy="32931830"/>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4158912" y="6949440"/>
            <a:ext cx="13020432" cy="7178822"/>
          </a:xfrm>
        </p:spPr>
        <p:txBody>
          <a:bodyPr anchor="b"/>
          <a:lstStyle>
            <a:lvl1pPr algn="l">
              <a:defRPr sz="11520" b="0"/>
            </a:lvl1pPr>
          </a:lstStyle>
          <a:p>
            <a:r>
              <a:rPr lang="en-US"/>
              <a:t>Click to edit Master title style</a:t>
            </a:r>
            <a:endParaRPr lang="en-US" dirty="0"/>
          </a:p>
        </p:txBody>
      </p:sp>
      <p:sp>
        <p:nvSpPr>
          <p:cNvPr id="3" name="Content Placeholder 2"/>
          <p:cNvSpPr>
            <a:spLocks noGrp="1"/>
          </p:cNvSpPr>
          <p:nvPr>
            <p:ph idx="1"/>
          </p:nvPr>
        </p:nvSpPr>
        <p:spPr>
          <a:xfrm>
            <a:off x="21930850" y="6949440"/>
            <a:ext cx="17437680" cy="21945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4158919" y="14816858"/>
            <a:ext cx="13020427" cy="14081765"/>
          </a:xfrm>
        </p:spPr>
        <p:txBody>
          <a:bodyPr/>
          <a:lstStyle>
            <a:lvl1pPr marL="0" indent="0">
              <a:buNone/>
              <a:defRPr sz="6720">
                <a:solidFill>
                  <a:schemeClr val="accent1">
                    <a:lumMod val="60000"/>
                    <a:lumOff val="40000"/>
                  </a:schemeClr>
                </a:solidFill>
              </a:defRPr>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B1AC5CCF-CD23-4116-8BE1-B5318B39FA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37179091" y="0"/>
            <a:ext cx="3291840" cy="527739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36857357" y="1419506"/>
            <a:ext cx="3798278" cy="3684898"/>
          </a:xfrm>
          <a:prstGeom prst="rect">
            <a:avLst/>
          </a:prstGeom>
        </p:spPr>
        <p:txBody>
          <a:bodyPr/>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1888860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622" y="0"/>
            <a:ext cx="43898822" cy="32931830"/>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4158915" y="6630672"/>
            <a:ext cx="14338027" cy="7559078"/>
          </a:xfrm>
        </p:spPr>
        <p:txBody>
          <a:bodyPr anchor="b">
            <a:normAutofit/>
          </a:bodyPr>
          <a:lstStyle>
            <a:lvl1pPr algn="l">
              <a:defRPr sz="1152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2669963" y="6339840"/>
            <a:ext cx="13397290" cy="2023872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4" name="Text Placeholder 3"/>
          <p:cNvSpPr>
            <a:spLocks noGrp="1"/>
          </p:cNvSpPr>
          <p:nvPr>
            <p:ph type="body" sz="half" idx="2"/>
          </p:nvPr>
        </p:nvSpPr>
        <p:spPr>
          <a:xfrm>
            <a:off x="4158915" y="14813280"/>
            <a:ext cx="14338027" cy="11765280"/>
          </a:xfrm>
        </p:spPr>
        <p:txBody>
          <a:bodyPr>
            <a:normAutofit/>
          </a:bodyPr>
          <a:lstStyle>
            <a:lvl1pPr marL="0" indent="0">
              <a:buNone/>
              <a:defRPr sz="6720">
                <a:solidFill>
                  <a:schemeClr val="accent1">
                    <a:lumMod val="60000"/>
                    <a:lumOff val="40000"/>
                  </a:schemeClr>
                </a:solidFill>
              </a:defRPr>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B1AC5CCF-CD23-4116-8BE1-B5318B39FA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37179091" y="0"/>
            <a:ext cx="3291840" cy="527739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36857357" y="1419506"/>
            <a:ext cx="3798278" cy="3684898"/>
          </a:xfrm>
          <a:prstGeom prst="rect">
            <a:avLst/>
          </a:prstGeom>
        </p:spPr>
        <p:txBody>
          <a:bodyPr/>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3147145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7622" y="0"/>
            <a:ext cx="43898822" cy="32931830"/>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4158917" y="23814979"/>
            <a:ext cx="30825619" cy="2720342"/>
          </a:xfrm>
        </p:spPr>
        <p:txBody>
          <a:bodyPr anchor="b">
            <a:normAutofit/>
          </a:bodyPr>
          <a:lstStyle>
            <a:lvl1pPr algn="l">
              <a:defRPr sz="1152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158917" y="3291840"/>
            <a:ext cx="30825619" cy="164592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4" name="Text Placeholder 3"/>
          <p:cNvSpPr>
            <a:spLocks noGrp="1"/>
          </p:cNvSpPr>
          <p:nvPr>
            <p:ph type="body" sz="half" idx="2"/>
          </p:nvPr>
        </p:nvSpPr>
        <p:spPr bwMode="gray">
          <a:xfrm>
            <a:off x="4158912" y="26535321"/>
            <a:ext cx="30825619" cy="2369818"/>
          </a:xfrm>
        </p:spPr>
        <p:txBody>
          <a:bodyPr>
            <a:normAutofit/>
          </a:bodyPr>
          <a:lstStyle>
            <a:lvl1pPr marL="0" indent="0">
              <a:buNone/>
              <a:defRPr sz="5760">
                <a:solidFill>
                  <a:schemeClr val="accent1">
                    <a:lumMod val="60000"/>
                    <a:lumOff val="40000"/>
                  </a:schemeClr>
                </a:solidFill>
              </a:defRPr>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B1AC5CCF-CD23-4116-8BE1-B5318B39FA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37179091" y="0"/>
            <a:ext cx="3291840" cy="527739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36857357" y="1419506"/>
            <a:ext cx="3798278" cy="3684898"/>
          </a:xfrm>
          <a:prstGeom prst="rect">
            <a:avLst/>
          </a:prstGeom>
        </p:spPr>
        <p:txBody>
          <a:bodyPr/>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2679353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7622" y="0"/>
            <a:ext cx="43898822" cy="32931830"/>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4158914" y="4450080"/>
            <a:ext cx="30825624" cy="8125056"/>
          </a:xfrm>
        </p:spPr>
        <p:txBody>
          <a:bodyPr/>
          <a:lstStyle>
            <a:lvl1pPr>
              <a:defRPr sz="17280"/>
            </a:lvl1pPr>
          </a:lstStyle>
          <a:p>
            <a:r>
              <a:rPr lang="en-US"/>
              <a:t>Click to edit Master title style</a:t>
            </a:r>
            <a:endParaRPr lang="en-US" dirty="0"/>
          </a:p>
        </p:txBody>
      </p:sp>
      <p:sp>
        <p:nvSpPr>
          <p:cNvPr id="13" name="Text Placeholder 3"/>
          <p:cNvSpPr>
            <a:spLocks noGrp="1"/>
          </p:cNvSpPr>
          <p:nvPr>
            <p:ph type="body" sz="half" idx="2"/>
          </p:nvPr>
        </p:nvSpPr>
        <p:spPr>
          <a:xfrm>
            <a:off x="4158914" y="16742513"/>
            <a:ext cx="30825624" cy="12176914"/>
          </a:xfrm>
        </p:spPr>
        <p:txBody>
          <a:bodyPr anchor="ctr">
            <a:normAutofit/>
          </a:bodyPr>
          <a:lstStyle>
            <a:lvl1pPr marL="0" indent="0">
              <a:buNone/>
              <a:defRPr sz="864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4" name="Date Placeholder 3"/>
          <p:cNvSpPr>
            <a:spLocks noGrp="1"/>
          </p:cNvSpPr>
          <p:nvPr>
            <p:ph type="dt" sz="half" idx="10"/>
          </p:nvPr>
        </p:nvSpPr>
        <p:spPr/>
        <p:txBody>
          <a:bodyPr/>
          <a:lstStyle/>
          <a:p>
            <a:fld id="{B1AC5CCF-CD23-4116-8BE1-B5318B39FA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37179091" y="0"/>
            <a:ext cx="3291840" cy="527739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36857357" y="1419506"/>
            <a:ext cx="3798278" cy="3684898"/>
          </a:xfrm>
          <a:prstGeom prst="rect">
            <a:avLst/>
          </a:prstGeom>
        </p:spPr>
        <p:txBody>
          <a:bodyPr/>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3352390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7622" y="0"/>
            <a:ext cx="43898822" cy="32931830"/>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3107666" y="3128115"/>
            <a:ext cx="2887637" cy="6001643"/>
          </a:xfrm>
          <a:prstGeom prst="rect">
            <a:avLst/>
          </a:prstGeom>
          <a:noFill/>
        </p:spPr>
        <p:txBody>
          <a:bodyPr wrap="square" rtlCol="0">
            <a:spAutoFit/>
          </a:bodyPr>
          <a:lstStyle/>
          <a:p>
            <a:pPr algn="r"/>
            <a:r>
              <a:rPr lang="en-US" sz="38400" b="0" i="0" dirty="0">
                <a:solidFill>
                  <a:schemeClr val="accent1">
                    <a:lumMod val="60000"/>
                    <a:lumOff val="40000"/>
                  </a:schemeClr>
                </a:solidFill>
                <a:latin typeface="Arial"/>
                <a:cs typeface="Arial"/>
              </a:rPr>
              <a:t>“</a:t>
            </a:r>
          </a:p>
        </p:txBody>
      </p:sp>
      <p:sp>
        <p:nvSpPr>
          <p:cNvPr id="14" name="TextBox 13"/>
          <p:cNvSpPr txBox="1"/>
          <p:nvPr/>
        </p:nvSpPr>
        <p:spPr bwMode="gray">
          <a:xfrm>
            <a:off x="33933209" y="13921404"/>
            <a:ext cx="2971502" cy="6001643"/>
          </a:xfrm>
          <a:prstGeom prst="rect">
            <a:avLst/>
          </a:prstGeom>
          <a:noFill/>
        </p:spPr>
        <p:txBody>
          <a:bodyPr wrap="square" rtlCol="0">
            <a:spAutoFit/>
          </a:bodyPr>
          <a:lstStyle/>
          <a:p>
            <a:pPr algn="r"/>
            <a:r>
              <a:rPr lang="en-US" sz="384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5414690" y="4450078"/>
            <a:ext cx="29569848" cy="13834459"/>
          </a:xfrm>
        </p:spPr>
        <p:txBody>
          <a:bodyPr anchor="ctr"/>
          <a:lstStyle>
            <a:lvl1pPr>
              <a:defRPr sz="1728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6658937" y="18284537"/>
            <a:ext cx="27101486" cy="1598942"/>
          </a:xfrm>
        </p:spPr>
        <p:txBody>
          <a:bodyPr>
            <a:normAutofit/>
          </a:bodyPr>
          <a:lstStyle>
            <a:lvl1pPr marL="0" indent="0">
              <a:buNone/>
              <a:defRPr lang="en-US" sz="6720" b="0" i="0" kern="1200" cap="small" dirty="0">
                <a:solidFill>
                  <a:schemeClr val="accent1">
                    <a:lumMod val="60000"/>
                    <a:lumOff val="40000"/>
                  </a:schemeClr>
                </a:solidFill>
                <a:latin typeface="+mn-lt"/>
                <a:ea typeface="+mn-ea"/>
              </a:defRPr>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16" name="Text Placeholder 3"/>
          <p:cNvSpPr>
            <a:spLocks noGrp="1"/>
          </p:cNvSpPr>
          <p:nvPr>
            <p:ph type="body" sz="half" idx="2"/>
          </p:nvPr>
        </p:nvSpPr>
        <p:spPr>
          <a:xfrm>
            <a:off x="4158915" y="24003919"/>
            <a:ext cx="30449630" cy="4850971"/>
          </a:xfrm>
        </p:spPr>
        <p:txBody>
          <a:bodyPr anchor="ctr">
            <a:normAutofit/>
          </a:bodyPr>
          <a:lstStyle>
            <a:lvl1pPr marL="0" indent="0">
              <a:buNone/>
              <a:defRPr sz="864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4" name="Date Placeholder 3"/>
          <p:cNvSpPr>
            <a:spLocks noGrp="1"/>
          </p:cNvSpPr>
          <p:nvPr>
            <p:ph type="dt" sz="half" idx="10"/>
          </p:nvPr>
        </p:nvSpPr>
        <p:spPr/>
        <p:txBody>
          <a:bodyPr/>
          <a:lstStyle/>
          <a:p>
            <a:fld id="{B1AC5CCF-CD23-4116-8BE1-B5318B39FA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37179091" y="0"/>
            <a:ext cx="3291840" cy="527739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36857357" y="1419506"/>
            <a:ext cx="3798278" cy="3684898"/>
          </a:xfrm>
          <a:prstGeom prst="rect">
            <a:avLst/>
          </a:prstGeom>
        </p:spPr>
        <p:txBody>
          <a:bodyPr/>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41012793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7622" y="0"/>
            <a:ext cx="43898822" cy="32931830"/>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4158914" y="9875520"/>
            <a:ext cx="30825624" cy="10058400"/>
          </a:xfrm>
        </p:spPr>
        <p:txBody>
          <a:bodyPr anchor="b"/>
          <a:lstStyle>
            <a:lvl1pPr algn="l">
              <a:defRPr sz="19200" b="0" cap="none"/>
            </a:lvl1pPr>
          </a:lstStyle>
          <a:p>
            <a:r>
              <a:rPr lang="en-US"/>
              <a:t>Click to edit Master title style</a:t>
            </a:r>
            <a:endParaRPr lang="en-US" dirty="0"/>
          </a:p>
        </p:txBody>
      </p:sp>
      <p:sp>
        <p:nvSpPr>
          <p:cNvPr id="3" name="Text Placeholder 2"/>
          <p:cNvSpPr>
            <a:spLocks noGrp="1"/>
          </p:cNvSpPr>
          <p:nvPr>
            <p:ph type="body" idx="1"/>
          </p:nvPr>
        </p:nvSpPr>
        <p:spPr>
          <a:xfrm>
            <a:off x="4158917" y="24119561"/>
            <a:ext cx="30825619" cy="4775477"/>
          </a:xfrm>
        </p:spPr>
        <p:txBody>
          <a:bodyPr anchor="t"/>
          <a:lstStyle>
            <a:lvl1pPr marL="0" indent="0" algn="l">
              <a:buNone/>
              <a:defRPr sz="9600" cap="none">
                <a:solidFill>
                  <a:schemeClr val="accent1">
                    <a:lumMod val="60000"/>
                    <a:lumOff val="40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AC5CCF-CD23-4116-8BE1-B5318B39FA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37179091" y="0"/>
            <a:ext cx="3291840" cy="527739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36857357" y="1419506"/>
            <a:ext cx="3798278" cy="3684898"/>
          </a:xfrm>
          <a:prstGeom prst="rect">
            <a:avLst/>
          </a:prstGeom>
        </p:spPr>
        <p:txBody>
          <a:bodyPr/>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34117249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4158915" y="4450080"/>
            <a:ext cx="30833246" cy="3407347"/>
          </a:xfrm>
        </p:spPr>
        <p:txBody>
          <a:bodyPr/>
          <a:lstStyle>
            <a:lvl1pPr>
              <a:defRPr sz="15360"/>
            </a:lvl1pPr>
          </a:lstStyle>
          <a:p>
            <a:r>
              <a:rPr lang="en-US"/>
              <a:t>Click to edit Master title style</a:t>
            </a:r>
            <a:endParaRPr lang="en-US" dirty="0"/>
          </a:p>
        </p:txBody>
      </p:sp>
      <p:sp>
        <p:nvSpPr>
          <p:cNvPr id="3" name="Text Placeholder 2"/>
          <p:cNvSpPr>
            <a:spLocks noGrp="1"/>
          </p:cNvSpPr>
          <p:nvPr>
            <p:ph type="body" idx="1"/>
          </p:nvPr>
        </p:nvSpPr>
        <p:spPr>
          <a:xfrm>
            <a:off x="4158912" y="11948160"/>
            <a:ext cx="11104474" cy="3158218"/>
          </a:xfrm>
        </p:spPr>
        <p:txBody>
          <a:bodyPr anchor="b">
            <a:noAutofit/>
          </a:bodyPr>
          <a:lstStyle>
            <a:lvl1pPr marL="0" indent="0">
              <a:buNone/>
              <a:defRPr sz="9600" b="0">
                <a:solidFill>
                  <a:schemeClr val="accent1">
                    <a:lumMod val="60000"/>
                    <a:lumOff val="40000"/>
                  </a:schemeClr>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2" name="Text Placeholder 3"/>
          <p:cNvSpPr>
            <a:spLocks noGrp="1"/>
          </p:cNvSpPr>
          <p:nvPr>
            <p:ph type="body" sz="half" idx="15"/>
          </p:nvPr>
        </p:nvSpPr>
        <p:spPr>
          <a:xfrm>
            <a:off x="4158912" y="15106387"/>
            <a:ext cx="11104474" cy="13864157"/>
          </a:xfrm>
        </p:spPr>
        <p:txBody>
          <a:bodyPr anchor="t">
            <a:normAutofit/>
          </a:bodyPr>
          <a:lstStyle>
            <a:lvl1pPr marL="0" indent="0">
              <a:buNone/>
              <a:defRPr sz="576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Text Placeholder 4"/>
          <p:cNvSpPr>
            <a:spLocks noGrp="1"/>
          </p:cNvSpPr>
          <p:nvPr>
            <p:ph type="body" sz="quarter" idx="3"/>
          </p:nvPr>
        </p:nvSpPr>
        <p:spPr>
          <a:xfrm>
            <a:off x="16346947" y="11948160"/>
            <a:ext cx="11130806" cy="3158218"/>
          </a:xfrm>
        </p:spPr>
        <p:txBody>
          <a:bodyPr anchor="b">
            <a:noAutofit/>
          </a:bodyPr>
          <a:lstStyle>
            <a:lvl1pPr marL="0" indent="0">
              <a:buNone/>
              <a:defRPr sz="9600" b="0">
                <a:solidFill>
                  <a:schemeClr val="accent1">
                    <a:lumMod val="60000"/>
                    <a:lumOff val="40000"/>
                  </a:schemeClr>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3" name="Text Placeholder 3"/>
          <p:cNvSpPr>
            <a:spLocks noGrp="1"/>
          </p:cNvSpPr>
          <p:nvPr>
            <p:ph type="body" sz="half" idx="16"/>
          </p:nvPr>
        </p:nvSpPr>
        <p:spPr>
          <a:xfrm>
            <a:off x="16360661" y="15106387"/>
            <a:ext cx="11130806" cy="13864157"/>
          </a:xfrm>
        </p:spPr>
        <p:txBody>
          <a:bodyPr anchor="t">
            <a:normAutofit/>
          </a:bodyPr>
          <a:lstStyle>
            <a:lvl1pPr marL="0" indent="0">
              <a:buNone/>
              <a:defRPr sz="576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14" name="Text Placeholder 4"/>
          <p:cNvSpPr>
            <a:spLocks noGrp="1"/>
          </p:cNvSpPr>
          <p:nvPr>
            <p:ph type="body" sz="quarter" idx="13"/>
          </p:nvPr>
        </p:nvSpPr>
        <p:spPr>
          <a:xfrm>
            <a:off x="28601482" y="11948160"/>
            <a:ext cx="11130806" cy="3158218"/>
          </a:xfrm>
        </p:spPr>
        <p:txBody>
          <a:bodyPr anchor="b">
            <a:noAutofit/>
          </a:bodyPr>
          <a:lstStyle>
            <a:lvl1pPr marL="0" indent="0">
              <a:buNone/>
              <a:defRPr sz="9600" b="0">
                <a:solidFill>
                  <a:schemeClr val="accent1">
                    <a:lumMod val="60000"/>
                    <a:lumOff val="40000"/>
                  </a:schemeClr>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4" name="Text Placeholder 3"/>
          <p:cNvSpPr>
            <a:spLocks noGrp="1"/>
          </p:cNvSpPr>
          <p:nvPr>
            <p:ph type="body" sz="half" idx="17"/>
          </p:nvPr>
        </p:nvSpPr>
        <p:spPr>
          <a:xfrm>
            <a:off x="28612490" y="15106387"/>
            <a:ext cx="11119800" cy="13864157"/>
          </a:xfrm>
        </p:spPr>
        <p:txBody>
          <a:bodyPr anchor="t">
            <a:normAutofit/>
          </a:bodyPr>
          <a:lstStyle>
            <a:lvl1pPr marL="0" indent="0">
              <a:buNone/>
              <a:defRPr sz="576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cxnSp>
        <p:nvCxnSpPr>
          <p:cNvPr id="17" name="Straight Connector 16"/>
          <p:cNvCxnSpPr/>
          <p:nvPr/>
        </p:nvCxnSpPr>
        <p:spPr>
          <a:xfrm>
            <a:off x="15813744" y="11948165"/>
            <a:ext cx="0" cy="17022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28077701" y="11948165"/>
            <a:ext cx="0" cy="17022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1AC5CCF-CD23-4116-8BE1-B5318B39FAC4}"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36857357" y="1419506"/>
            <a:ext cx="3798278" cy="3684898"/>
          </a:xfrm>
          <a:prstGeom prst="rect">
            <a:avLst/>
          </a:prstGeom>
        </p:spPr>
        <p:txBody>
          <a:bodyPr/>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3112430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4158912" y="4450080"/>
            <a:ext cx="30457248" cy="3407347"/>
          </a:xfrm>
        </p:spPr>
        <p:txBody>
          <a:bodyPr/>
          <a:lstStyle>
            <a:lvl1pPr>
              <a:defRPr sz="15360"/>
            </a:lvl1pPr>
          </a:lstStyle>
          <a:p>
            <a:r>
              <a:rPr lang="en-US"/>
              <a:t>Click to edit Master title style</a:t>
            </a:r>
            <a:endParaRPr lang="en-US" dirty="0"/>
          </a:p>
        </p:txBody>
      </p:sp>
      <p:sp>
        <p:nvSpPr>
          <p:cNvPr id="3" name="Text Placeholder 2"/>
          <p:cNvSpPr>
            <a:spLocks noGrp="1"/>
          </p:cNvSpPr>
          <p:nvPr>
            <p:ph type="body" idx="1"/>
          </p:nvPr>
        </p:nvSpPr>
        <p:spPr>
          <a:xfrm>
            <a:off x="4158912" y="20062061"/>
            <a:ext cx="11104474" cy="3158218"/>
          </a:xfrm>
        </p:spPr>
        <p:txBody>
          <a:bodyPr anchor="b">
            <a:noAutofit/>
          </a:bodyPr>
          <a:lstStyle>
            <a:lvl1pPr marL="0" indent="0">
              <a:buNone/>
              <a:defRPr sz="9600" b="0">
                <a:solidFill>
                  <a:schemeClr val="accent1">
                    <a:lumMod val="60000"/>
                    <a:lumOff val="40000"/>
                  </a:schemeClr>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2" name="Picture Placeholder 2"/>
          <p:cNvSpPr>
            <a:spLocks noGrp="1" noChangeAspect="1"/>
          </p:cNvSpPr>
          <p:nvPr>
            <p:ph type="pic" idx="15"/>
          </p:nvPr>
        </p:nvSpPr>
        <p:spPr>
          <a:xfrm>
            <a:off x="4891464" y="11948160"/>
            <a:ext cx="9672691" cy="69472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3" name="Text Placeholder 3"/>
          <p:cNvSpPr>
            <a:spLocks noGrp="1"/>
          </p:cNvSpPr>
          <p:nvPr>
            <p:ph type="body" sz="half" idx="18"/>
          </p:nvPr>
        </p:nvSpPr>
        <p:spPr>
          <a:xfrm>
            <a:off x="4158907" y="23220281"/>
            <a:ext cx="11104474" cy="5699141"/>
          </a:xfrm>
        </p:spPr>
        <p:txBody>
          <a:bodyPr anchor="t">
            <a:normAutofit/>
          </a:bodyPr>
          <a:lstStyle>
            <a:lvl1pPr marL="0" indent="0">
              <a:buNone/>
              <a:defRPr sz="576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Text Placeholder 4"/>
          <p:cNvSpPr>
            <a:spLocks noGrp="1"/>
          </p:cNvSpPr>
          <p:nvPr>
            <p:ph type="body" sz="quarter" idx="3"/>
          </p:nvPr>
        </p:nvSpPr>
        <p:spPr>
          <a:xfrm>
            <a:off x="16373400" y="20062056"/>
            <a:ext cx="11130806" cy="3158218"/>
          </a:xfrm>
        </p:spPr>
        <p:txBody>
          <a:bodyPr anchor="b">
            <a:noAutofit/>
          </a:bodyPr>
          <a:lstStyle>
            <a:lvl1pPr marL="0" indent="0">
              <a:buNone/>
              <a:defRPr sz="9600" b="0">
                <a:solidFill>
                  <a:schemeClr val="accent1">
                    <a:lumMod val="60000"/>
                    <a:lumOff val="40000"/>
                  </a:schemeClr>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38" name="Picture Placeholder 2"/>
          <p:cNvSpPr>
            <a:spLocks noGrp="1" noChangeAspect="1"/>
          </p:cNvSpPr>
          <p:nvPr>
            <p:ph type="pic" idx="21"/>
          </p:nvPr>
        </p:nvSpPr>
        <p:spPr>
          <a:xfrm>
            <a:off x="17055307" y="11948160"/>
            <a:ext cx="9672691" cy="69472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4" name="Text Placeholder 3"/>
          <p:cNvSpPr>
            <a:spLocks noGrp="1"/>
          </p:cNvSpPr>
          <p:nvPr>
            <p:ph type="body" sz="half" idx="19"/>
          </p:nvPr>
        </p:nvSpPr>
        <p:spPr>
          <a:xfrm>
            <a:off x="16373400" y="23271401"/>
            <a:ext cx="11130806" cy="5699141"/>
          </a:xfrm>
        </p:spPr>
        <p:txBody>
          <a:bodyPr anchor="t">
            <a:normAutofit/>
          </a:bodyPr>
          <a:lstStyle>
            <a:lvl1pPr marL="0" indent="0">
              <a:buNone/>
              <a:defRPr sz="576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14" name="Text Placeholder 4"/>
          <p:cNvSpPr>
            <a:spLocks noGrp="1"/>
          </p:cNvSpPr>
          <p:nvPr>
            <p:ph type="body" sz="quarter" idx="13"/>
          </p:nvPr>
        </p:nvSpPr>
        <p:spPr>
          <a:xfrm>
            <a:off x="28601482" y="20062061"/>
            <a:ext cx="11130806" cy="3158218"/>
          </a:xfrm>
        </p:spPr>
        <p:txBody>
          <a:bodyPr anchor="b">
            <a:noAutofit/>
          </a:bodyPr>
          <a:lstStyle>
            <a:lvl1pPr marL="0" indent="0">
              <a:buNone/>
              <a:defRPr sz="9600" b="0">
                <a:solidFill>
                  <a:schemeClr val="accent1">
                    <a:lumMod val="60000"/>
                    <a:lumOff val="40000"/>
                  </a:schemeClr>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39" name="Picture Placeholder 2"/>
          <p:cNvSpPr>
            <a:spLocks noGrp="1" noChangeAspect="1"/>
          </p:cNvSpPr>
          <p:nvPr>
            <p:ph type="pic" idx="22"/>
          </p:nvPr>
        </p:nvSpPr>
        <p:spPr>
          <a:xfrm>
            <a:off x="29321477" y="11948160"/>
            <a:ext cx="9672691" cy="69472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7" name="Text Placeholder 3"/>
          <p:cNvSpPr>
            <a:spLocks noGrp="1"/>
          </p:cNvSpPr>
          <p:nvPr>
            <p:ph type="body" sz="half" idx="20"/>
          </p:nvPr>
        </p:nvSpPr>
        <p:spPr>
          <a:xfrm>
            <a:off x="28601482" y="23220281"/>
            <a:ext cx="11130806" cy="5699141"/>
          </a:xfrm>
        </p:spPr>
        <p:txBody>
          <a:bodyPr anchor="t">
            <a:normAutofit/>
          </a:bodyPr>
          <a:lstStyle>
            <a:lvl1pPr marL="0" indent="0">
              <a:buNone/>
              <a:defRPr sz="576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cxnSp>
        <p:nvCxnSpPr>
          <p:cNvPr id="40" name="Straight Connector 39"/>
          <p:cNvCxnSpPr/>
          <p:nvPr/>
        </p:nvCxnSpPr>
        <p:spPr>
          <a:xfrm>
            <a:off x="15792091" y="11948165"/>
            <a:ext cx="0" cy="17022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28077701" y="11948165"/>
            <a:ext cx="0" cy="17022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1AC5CCF-CD23-4116-8BE1-B5318B39FAC4}"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36857357" y="1419506"/>
            <a:ext cx="3798278" cy="3684898"/>
          </a:xfrm>
          <a:prstGeom prst="rect">
            <a:avLst/>
          </a:prstGeom>
        </p:spPr>
        <p:txBody>
          <a:bodyPr/>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2442528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6582247" y="30661971"/>
            <a:ext cx="4754875" cy="1097563"/>
          </a:xfrm>
        </p:spPr>
        <p:txBody>
          <a:bodyPr/>
          <a:lstStyle/>
          <a:p>
            <a:fld id="{B1AC5CCF-CD23-4116-8BE1-B5318B39FAC4}" type="datetimeFigureOut">
              <a:rPr lang="en-US" smtClean="0"/>
              <a:t>4/8/2026</a:t>
            </a:fld>
            <a:endParaRPr lang="en-US"/>
          </a:p>
        </p:txBody>
      </p:sp>
      <p:sp>
        <p:nvSpPr>
          <p:cNvPr id="5" name="Footer Placeholder 4"/>
          <p:cNvSpPr>
            <a:spLocks noGrp="1"/>
          </p:cNvSpPr>
          <p:nvPr>
            <p:ph type="ftr" sz="quarter" idx="11"/>
          </p:nvPr>
        </p:nvSpPr>
        <p:spPr>
          <a:xfrm>
            <a:off x="2477441" y="30661968"/>
            <a:ext cx="18527016" cy="1097568"/>
          </a:xfrm>
        </p:spPr>
        <p:txBody>
          <a:bodyPr/>
          <a:lstStyle/>
          <a:p>
            <a:endParaRPr lang="en-US"/>
          </a:p>
        </p:txBody>
      </p:sp>
      <p:sp>
        <p:nvSpPr>
          <p:cNvPr id="6" name="Slide Number Placeholder 5"/>
          <p:cNvSpPr>
            <a:spLocks noGrp="1"/>
          </p:cNvSpPr>
          <p:nvPr>
            <p:ph type="sldNum" sz="quarter" idx="12"/>
          </p:nvPr>
        </p:nvSpPr>
        <p:spPr>
          <a:xfrm>
            <a:off x="36857357" y="1419506"/>
            <a:ext cx="3798278" cy="3684898"/>
          </a:xfrm>
          <a:prstGeom prst="rect">
            <a:avLst/>
          </a:prstGeom>
        </p:spPr>
        <p:txBody>
          <a:bodyPr/>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35558537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7622" y="0"/>
            <a:ext cx="43778016" cy="32931830"/>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1991364" y="1930392"/>
            <a:ext cx="22130712" cy="2905761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6236686" y="8474863"/>
            <a:ext cx="28780766" cy="15968683"/>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43891200" cy="329184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29639654" y="6949438"/>
            <a:ext cx="5344877" cy="21945605"/>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160342" y="6949438"/>
            <a:ext cx="21201293" cy="219456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AC5CCF-CD23-4116-8BE1-B5318B39FAC4}" type="datetimeFigureOut">
              <a:rPr lang="en-US" smtClean="0"/>
              <a:t>4/8/2026</a:t>
            </a:fld>
            <a:endParaRPr lang="en-US"/>
          </a:p>
        </p:txBody>
      </p:sp>
      <p:sp>
        <p:nvSpPr>
          <p:cNvPr id="5" name="Footer Placeholder 4"/>
          <p:cNvSpPr>
            <a:spLocks noGrp="1"/>
          </p:cNvSpPr>
          <p:nvPr>
            <p:ph type="ftr" sz="quarter" idx="11"/>
          </p:nvPr>
        </p:nvSpPr>
        <p:spPr>
          <a:xfrm>
            <a:off x="2585023" y="30554390"/>
            <a:ext cx="18527016" cy="1097568"/>
          </a:xfrm>
        </p:spPr>
        <p:txBody>
          <a:bodyPr/>
          <a:lstStyle/>
          <a:p>
            <a:endParaRPr lang="en-US"/>
          </a:p>
        </p:txBody>
      </p:sp>
      <p:sp>
        <p:nvSpPr>
          <p:cNvPr id="9" name="Rectangle 8"/>
          <p:cNvSpPr/>
          <p:nvPr/>
        </p:nvSpPr>
        <p:spPr>
          <a:xfrm>
            <a:off x="37179091" y="0"/>
            <a:ext cx="3291840" cy="527739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36857357" y="1419506"/>
            <a:ext cx="3798278" cy="3684898"/>
          </a:xfrm>
          <a:prstGeom prst="rect">
            <a:avLst/>
          </a:prstGeom>
        </p:spPr>
        <p:txBody>
          <a:bodyPr/>
          <a:lstStyle>
            <a:lvl1pPr algn="ctr">
              <a:defRPr sz="13440"/>
            </a:lvl1pPr>
          </a:lstStyle>
          <a:p>
            <a:fld id="{B2425743-46E7-4F81-A8F8-9919E7FDCE97}" type="slidenum">
              <a:rPr lang="en-US" smtClean="0"/>
              <a:t>‹#›</a:t>
            </a:fld>
            <a:endParaRPr lang="en-US"/>
          </a:p>
        </p:txBody>
      </p:sp>
    </p:spTree>
    <p:extLst>
      <p:ext uri="{BB962C8B-B14F-4D97-AF65-F5344CB8AC3E}">
        <p14:creationId xmlns:p14="http://schemas.microsoft.com/office/powerpoint/2010/main" val="283242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7622" y="0"/>
            <a:ext cx="43898822" cy="32931830"/>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4158912" y="4450078"/>
            <a:ext cx="30457248" cy="340735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149034" y="11948160"/>
            <a:ext cx="30457248" cy="169468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6357329" y="30554393"/>
            <a:ext cx="4754875" cy="1097563"/>
          </a:xfrm>
          <a:prstGeom prst="rect">
            <a:avLst/>
          </a:prstGeom>
        </p:spPr>
        <p:txBody>
          <a:bodyPr vert="horz" lIns="91440" tIns="45720" rIns="91440" bIns="45720" rtlCol="0" anchor="b"/>
          <a:lstStyle>
            <a:lvl1pPr algn="r">
              <a:defRPr sz="4320" b="1" i="0">
                <a:solidFill>
                  <a:schemeClr val="accent1"/>
                </a:solidFill>
              </a:defRPr>
            </a:lvl1pPr>
          </a:lstStyle>
          <a:p>
            <a:fld id="{B1AC5CCF-CD23-4116-8BE1-B5318B39FAC4}" type="datetimeFigureOut">
              <a:rPr lang="en-US" smtClean="0"/>
              <a:t>4/8/2026</a:t>
            </a:fld>
            <a:endParaRPr lang="en-US"/>
          </a:p>
        </p:txBody>
      </p:sp>
      <p:sp>
        <p:nvSpPr>
          <p:cNvPr id="5" name="Footer Placeholder 4"/>
          <p:cNvSpPr>
            <a:spLocks noGrp="1"/>
          </p:cNvSpPr>
          <p:nvPr>
            <p:ph type="ftr" sz="quarter" idx="3"/>
          </p:nvPr>
        </p:nvSpPr>
        <p:spPr>
          <a:xfrm>
            <a:off x="2836049" y="30554386"/>
            <a:ext cx="18527016" cy="1097568"/>
          </a:xfrm>
          <a:prstGeom prst="rect">
            <a:avLst/>
          </a:prstGeom>
        </p:spPr>
        <p:txBody>
          <a:bodyPr vert="horz" lIns="91440" tIns="45720" rIns="91440" bIns="45720" rtlCol="0" anchor="b"/>
          <a:lstStyle>
            <a:lvl1pPr algn="l">
              <a:defRPr sz="4320" b="1" i="0">
                <a:solidFill>
                  <a:schemeClr val="accent1"/>
                </a:solidFill>
              </a:defRPr>
            </a:lvl1pPr>
          </a:lstStyle>
          <a:p>
            <a:endParaRPr lang="en-US"/>
          </a:p>
        </p:txBody>
      </p:sp>
      <p:sp>
        <p:nvSpPr>
          <p:cNvPr id="26" name="Rectangle 25"/>
          <p:cNvSpPr/>
          <p:nvPr/>
        </p:nvSpPr>
        <p:spPr>
          <a:xfrm>
            <a:off x="37179091" y="0"/>
            <a:ext cx="3291840" cy="527739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36857357" y="1419506"/>
            <a:ext cx="3798278" cy="3684898"/>
          </a:xfrm>
          <a:prstGeom prst="rect">
            <a:avLst/>
          </a:prstGeom>
        </p:spPr>
        <p:txBody>
          <a:bodyPr anchor="b"/>
          <a:lstStyle>
            <a:lvl1pPr algn="ctr">
              <a:defRPr sz="13440">
                <a:solidFill>
                  <a:schemeClr val="bg1"/>
                </a:solidFill>
              </a:defRPr>
            </a:lvl1pPr>
          </a:lstStyle>
          <a:p>
            <a:fld id="{B2425743-46E7-4F81-A8F8-9919E7FDCE97}" type="slidenum">
              <a:rPr lang="en-US" smtClean="0"/>
              <a:t>‹#›</a:t>
            </a:fld>
            <a:endParaRPr lang="en-US"/>
          </a:p>
        </p:txBody>
      </p:sp>
    </p:spTree>
    <p:extLst>
      <p:ext uri="{BB962C8B-B14F-4D97-AF65-F5344CB8AC3E}">
        <p14:creationId xmlns:p14="http://schemas.microsoft.com/office/powerpoint/2010/main" val="209234426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2194560" rtl="0" eaLnBrk="1" latinLnBrk="0" hangingPunct="1">
        <a:spcBef>
          <a:spcPct val="0"/>
        </a:spcBef>
        <a:buNone/>
        <a:defRPr sz="1536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645920" indent="-1645920" algn="l" defTabSz="2194560" rtl="0" eaLnBrk="1" latinLnBrk="0" hangingPunct="1">
        <a:spcBef>
          <a:spcPts val="4800"/>
        </a:spcBef>
        <a:spcAft>
          <a:spcPts val="0"/>
        </a:spcAft>
        <a:buClr>
          <a:schemeClr val="accent1"/>
        </a:buClr>
        <a:buSzPct val="80000"/>
        <a:buFont typeface="Wingdings 3" charset="2"/>
        <a:buChar char=""/>
        <a:defRPr sz="8640" b="0" i="0" kern="1200">
          <a:solidFill>
            <a:schemeClr val="tx1">
              <a:lumMod val="75000"/>
              <a:lumOff val="25000"/>
            </a:schemeClr>
          </a:solidFill>
          <a:latin typeface="+mn-lt"/>
          <a:ea typeface="+mn-ea"/>
          <a:cs typeface="+mn-cs"/>
        </a:defRPr>
      </a:lvl1pPr>
      <a:lvl2pPr marL="3291840" indent="-1360627" algn="l" defTabSz="2194560" rtl="0" eaLnBrk="1" latinLnBrk="0" hangingPunct="1">
        <a:spcBef>
          <a:spcPts val="4800"/>
        </a:spcBef>
        <a:spcAft>
          <a:spcPts val="0"/>
        </a:spcAft>
        <a:buClr>
          <a:schemeClr val="accent1"/>
        </a:buClr>
        <a:buSzPct val="80000"/>
        <a:buFont typeface="Wingdings 3" charset="2"/>
        <a:buChar char=""/>
        <a:defRPr sz="7680" b="0" i="0" kern="1200">
          <a:solidFill>
            <a:schemeClr val="tx1">
              <a:lumMod val="75000"/>
              <a:lumOff val="25000"/>
            </a:schemeClr>
          </a:solidFill>
          <a:latin typeface="+mn-lt"/>
          <a:ea typeface="+mn-ea"/>
          <a:cs typeface="+mn-cs"/>
        </a:defRPr>
      </a:lvl2pPr>
      <a:lvl3pPr marL="4608576" indent="-1097280" algn="l" defTabSz="2194560" rtl="0" eaLnBrk="1" latinLnBrk="0" hangingPunct="1">
        <a:spcBef>
          <a:spcPts val="4800"/>
        </a:spcBef>
        <a:spcAft>
          <a:spcPts val="0"/>
        </a:spcAft>
        <a:buClr>
          <a:schemeClr val="accent1"/>
        </a:buClr>
        <a:buSzPct val="80000"/>
        <a:buFont typeface="Wingdings 3" charset="2"/>
        <a:buChar char=""/>
        <a:defRPr sz="6720" b="0" i="0" kern="1200">
          <a:solidFill>
            <a:schemeClr val="tx1">
              <a:lumMod val="75000"/>
              <a:lumOff val="25000"/>
            </a:schemeClr>
          </a:solidFill>
          <a:latin typeface="+mn-lt"/>
          <a:ea typeface="+mn-ea"/>
          <a:cs typeface="+mn-cs"/>
        </a:defRPr>
      </a:lvl3pPr>
      <a:lvl4pPr marL="5925312" indent="-1097280" algn="l" defTabSz="2194560" rtl="0" eaLnBrk="1" latinLnBrk="0" hangingPunct="1">
        <a:spcBef>
          <a:spcPts val="4800"/>
        </a:spcBef>
        <a:spcAft>
          <a:spcPts val="0"/>
        </a:spcAft>
        <a:buClr>
          <a:schemeClr val="accent1"/>
        </a:buClr>
        <a:buSzPct val="80000"/>
        <a:buFont typeface="Wingdings 3" charset="2"/>
        <a:buChar char=""/>
        <a:defRPr sz="5760" b="0" i="0" kern="1200">
          <a:solidFill>
            <a:schemeClr val="tx1">
              <a:lumMod val="75000"/>
              <a:lumOff val="25000"/>
            </a:schemeClr>
          </a:solidFill>
          <a:latin typeface="+mn-lt"/>
          <a:ea typeface="+mn-ea"/>
          <a:cs typeface="+mn-cs"/>
        </a:defRPr>
      </a:lvl4pPr>
      <a:lvl5pPr marL="7242048" indent="-1097280" algn="l" defTabSz="2194560" rtl="0" eaLnBrk="1" latinLnBrk="0" hangingPunct="1">
        <a:spcBef>
          <a:spcPts val="4800"/>
        </a:spcBef>
        <a:spcAft>
          <a:spcPts val="0"/>
        </a:spcAft>
        <a:buClr>
          <a:schemeClr val="accent1"/>
        </a:buClr>
        <a:buSzPct val="80000"/>
        <a:buFont typeface="Wingdings 3" charset="2"/>
        <a:buChar char=""/>
        <a:defRPr sz="5760" b="0" i="0" kern="1200">
          <a:solidFill>
            <a:schemeClr val="tx1">
              <a:lumMod val="75000"/>
              <a:lumOff val="25000"/>
            </a:schemeClr>
          </a:solidFill>
          <a:latin typeface="+mn-lt"/>
          <a:ea typeface="+mn-ea"/>
          <a:cs typeface="+mn-cs"/>
        </a:defRPr>
      </a:lvl5pPr>
      <a:lvl6pPr marL="8710080" indent="-1097280" algn="l" defTabSz="2194560" rtl="0" eaLnBrk="1" latinLnBrk="0" hangingPunct="1">
        <a:spcBef>
          <a:spcPts val="4800"/>
        </a:spcBef>
        <a:spcAft>
          <a:spcPts val="0"/>
        </a:spcAft>
        <a:buClr>
          <a:schemeClr val="accent1"/>
        </a:buClr>
        <a:buSzPct val="80000"/>
        <a:buFont typeface="Wingdings 3" charset="2"/>
        <a:buChar char=""/>
        <a:defRPr sz="5760" b="0" i="0" kern="1200">
          <a:solidFill>
            <a:schemeClr val="tx1">
              <a:lumMod val="75000"/>
              <a:lumOff val="25000"/>
            </a:schemeClr>
          </a:solidFill>
          <a:latin typeface="+mn-lt"/>
          <a:ea typeface="+mn-ea"/>
          <a:cs typeface="+mn-cs"/>
        </a:defRPr>
      </a:lvl6pPr>
      <a:lvl7pPr marL="9944640" indent="-1097280" algn="l" defTabSz="2194560" rtl="0" eaLnBrk="1" latinLnBrk="0" hangingPunct="1">
        <a:spcBef>
          <a:spcPts val="4800"/>
        </a:spcBef>
        <a:spcAft>
          <a:spcPts val="0"/>
        </a:spcAft>
        <a:buClr>
          <a:schemeClr val="accent1"/>
        </a:buClr>
        <a:buSzPct val="80000"/>
        <a:buFont typeface="Wingdings 3" charset="2"/>
        <a:buChar char=""/>
        <a:defRPr sz="5760" b="0" i="0" kern="1200">
          <a:solidFill>
            <a:schemeClr val="tx1">
              <a:lumMod val="75000"/>
              <a:lumOff val="25000"/>
            </a:schemeClr>
          </a:solidFill>
          <a:latin typeface="+mn-lt"/>
          <a:ea typeface="+mn-ea"/>
          <a:cs typeface="+mn-cs"/>
        </a:defRPr>
      </a:lvl7pPr>
      <a:lvl8pPr marL="10843200" indent="-1097280" algn="l" defTabSz="2194560" rtl="0" eaLnBrk="1" latinLnBrk="0" hangingPunct="1">
        <a:spcBef>
          <a:spcPts val="4800"/>
        </a:spcBef>
        <a:spcAft>
          <a:spcPts val="0"/>
        </a:spcAft>
        <a:buClr>
          <a:schemeClr val="accent1"/>
        </a:buClr>
        <a:buSzPct val="80000"/>
        <a:buFont typeface="Wingdings 3" charset="2"/>
        <a:buChar char=""/>
        <a:defRPr sz="5760" b="0" i="0" kern="1200">
          <a:solidFill>
            <a:schemeClr val="tx1">
              <a:lumMod val="75000"/>
              <a:lumOff val="25000"/>
            </a:schemeClr>
          </a:solidFill>
          <a:latin typeface="+mn-lt"/>
          <a:ea typeface="+mn-ea"/>
          <a:cs typeface="+mn-cs"/>
        </a:defRPr>
      </a:lvl8pPr>
      <a:lvl9pPr marL="11933760" indent="-1097280" algn="l" defTabSz="2194560" rtl="0" eaLnBrk="1" latinLnBrk="0" hangingPunct="1">
        <a:spcBef>
          <a:spcPts val="4800"/>
        </a:spcBef>
        <a:spcAft>
          <a:spcPts val="0"/>
        </a:spcAft>
        <a:buClr>
          <a:schemeClr val="accent1"/>
        </a:buClr>
        <a:buSzPct val="80000"/>
        <a:buFont typeface="Wingdings 3" charset="2"/>
        <a:buChar char=""/>
        <a:defRPr sz="5760" b="0" i="0" kern="1200">
          <a:solidFill>
            <a:schemeClr val="tx1">
              <a:lumMod val="75000"/>
              <a:lumOff val="25000"/>
            </a:schemeClr>
          </a:solidFill>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39ABF2B1-738A-C023-0D2E-17CFA3F0610A}"/>
              </a:ext>
            </a:extLst>
          </p:cNvPr>
          <p:cNvSpPr/>
          <p:nvPr/>
        </p:nvSpPr>
        <p:spPr>
          <a:xfrm>
            <a:off x="36973566" y="2418226"/>
            <a:ext cx="3597966" cy="2882348"/>
          </a:xfrm>
          <a:prstGeom prst="rect">
            <a:avLst/>
          </a:prstGeom>
        </p:spPr>
        <p:style>
          <a:lnRef idx="2">
            <a:schemeClr val="accent1">
              <a:shade val="15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77BA6F1-B018-243F-4EC0-1A3FD9DC8E71}"/>
              </a:ext>
            </a:extLst>
          </p:cNvPr>
          <p:cNvSpPr/>
          <p:nvPr/>
        </p:nvSpPr>
        <p:spPr>
          <a:xfrm>
            <a:off x="36576000" y="0"/>
            <a:ext cx="4807974" cy="23698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D1AAC53-1FE3-27C6-602B-3A67A9EBEEBF}"/>
              </a:ext>
            </a:extLst>
          </p:cNvPr>
          <p:cNvSpPr txBox="1"/>
          <p:nvPr/>
        </p:nvSpPr>
        <p:spPr>
          <a:xfrm>
            <a:off x="1" y="353961"/>
            <a:ext cx="43891200" cy="2015936"/>
          </a:xfrm>
          <a:prstGeom prst="rect">
            <a:avLst/>
          </a:prstGeom>
          <a:noFill/>
        </p:spPr>
        <p:txBody>
          <a:bodyPr wrap="square" rtlCol="0">
            <a:spAutoFit/>
          </a:bodyPr>
          <a:lstStyle/>
          <a:p>
            <a:r>
              <a:rPr lang="en-US" sz="12500" dirty="0">
                <a:latin typeface="Aharoni" panose="02010803020104030203" pitchFamily="2" charset="-79"/>
                <a:cs typeface="Aharoni" panose="02010803020104030203" pitchFamily="2" charset="-79"/>
              </a:rPr>
              <a:t>How does your major and school affect career outcomes?</a:t>
            </a:r>
          </a:p>
        </p:txBody>
      </p:sp>
      <p:sp>
        <p:nvSpPr>
          <p:cNvPr id="6" name="TextBox 5">
            <a:extLst>
              <a:ext uri="{FF2B5EF4-FFF2-40B4-BE49-F238E27FC236}">
                <a16:creationId xmlns:a16="http://schemas.microsoft.com/office/drawing/2014/main" id="{28876B15-3479-013F-9DF8-1A79A1C8DBAD}"/>
              </a:ext>
            </a:extLst>
          </p:cNvPr>
          <p:cNvSpPr txBox="1"/>
          <p:nvPr/>
        </p:nvSpPr>
        <p:spPr>
          <a:xfrm>
            <a:off x="2507226" y="2674620"/>
            <a:ext cx="12786114" cy="3785652"/>
          </a:xfrm>
          <a:prstGeom prst="rect">
            <a:avLst/>
          </a:prstGeom>
          <a:noFill/>
        </p:spPr>
        <p:txBody>
          <a:bodyPr wrap="square" rtlCol="0">
            <a:spAutoFit/>
          </a:bodyPr>
          <a:lstStyle/>
          <a:p>
            <a:r>
              <a:rPr lang="en-US" sz="3000" dirty="0">
                <a:solidFill>
                  <a:schemeClr val="bg1"/>
                </a:solidFill>
              </a:rPr>
              <a:t>This poster will examine post-grad and mid-career outcomes to attempt to answer the following</a:t>
            </a:r>
          </a:p>
          <a:p>
            <a:pPr marL="457200" indent="-457200">
              <a:buFontTx/>
              <a:buChar char="-"/>
            </a:pPr>
            <a:r>
              <a:rPr lang="en-US" sz="3000" dirty="0">
                <a:solidFill>
                  <a:schemeClr val="bg1"/>
                </a:solidFill>
              </a:rPr>
              <a:t>How does major choice affect a persons financial outcomes?</a:t>
            </a:r>
          </a:p>
          <a:p>
            <a:pPr marL="457200" indent="-457200">
              <a:buFontTx/>
              <a:buChar char="-"/>
            </a:pPr>
            <a:r>
              <a:rPr lang="en-US" sz="3000" dirty="0">
                <a:solidFill>
                  <a:schemeClr val="bg1"/>
                </a:solidFill>
              </a:rPr>
              <a:t>Is there always correlation between starting salary and mid career salary?</a:t>
            </a:r>
          </a:p>
          <a:p>
            <a:pPr marL="457200" indent="-457200">
              <a:buFontTx/>
              <a:buChar char="-"/>
            </a:pPr>
            <a:r>
              <a:rPr lang="en-US" sz="3000" dirty="0">
                <a:solidFill>
                  <a:schemeClr val="bg1"/>
                </a:solidFill>
              </a:rPr>
              <a:t>How much does the type of school you attend change your mid career salary outcomes?</a:t>
            </a:r>
          </a:p>
          <a:p>
            <a:pPr marL="457200" indent="-457200">
              <a:buFontTx/>
              <a:buChar char="-"/>
            </a:pPr>
            <a:r>
              <a:rPr lang="en-US" sz="3000" dirty="0">
                <a:solidFill>
                  <a:schemeClr val="bg1"/>
                </a:solidFill>
              </a:rPr>
              <a:t>Which majors allow for the biggest salary growth over time?</a:t>
            </a:r>
          </a:p>
        </p:txBody>
      </p:sp>
      <p:pic>
        <p:nvPicPr>
          <p:cNvPr id="8" name="Picture 7">
            <a:extLst>
              <a:ext uri="{FF2B5EF4-FFF2-40B4-BE49-F238E27FC236}">
                <a16:creationId xmlns:a16="http://schemas.microsoft.com/office/drawing/2014/main" id="{7C0949B0-5E43-1B35-0DA5-A0DE373BCE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7226" y="7815626"/>
            <a:ext cx="12786114" cy="8401792"/>
          </a:xfrm>
          <a:prstGeom prst="rect">
            <a:avLst/>
          </a:prstGeom>
        </p:spPr>
      </p:pic>
      <p:sp>
        <p:nvSpPr>
          <p:cNvPr id="10" name="TextBox 9">
            <a:extLst>
              <a:ext uri="{FF2B5EF4-FFF2-40B4-BE49-F238E27FC236}">
                <a16:creationId xmlns:a16="http://schemas.microsoft.com/office/drawing/2014/main" id="{A215DA20-2308-11DC-3C9E-7A69DE61533C}"/>
              </a:ext>
            </a:extLst>
          </p:cNvPr>
          <p:cNvSpPr txBox="1"/>
          <p:nvPr/>
        </p:nvSpPr>
        <p:spPr>
          <a:xfrm>
            <a:off x="2507226" y="16722671"/>
            <a:ext cx="12786114" cy="4708981"/>
          </a:xfrm>
          <a:prstGeom prst="rect">
            <a:avLst/>
          </a:prstGeom>
          <a:noFill/>
        </p:spPr>
        <p:txBody>
          <a:bodyPr wrap="square" rtlCol="0">
            <a:spAutoFit/>
          </a:bodyPr>
          <a:lstStyle/>
          <a:p>
            <a:r>
              <a:rPr lang="en-US" sz="3000" dirty="0">
                <a:solidFill>
                  <a:schemeClr val="bg1"/>
                </a:solidFill>
              </a:rPr>
              <a:t>** https://leemcnu.github.io/hostHTML/ **</a:t>
            </a:r>
          </a:p>
          <a:p>
            <a:endParaRPr lang="en-US" sz="3000" dirty="0">
              <a:solidFill>
                <a:schemeClr val="bg1"/>
              </a:solidFill>
            </a:endParaRPr>
          </a:p>
          <a:p>
            <a:r>
              <a:rPr lang="en-US" sz="3000" dirty="0">
                <a:solidFill>
                  <a:schemeClr val="bg1"/>
                </a:solidFill>
              </a:rPr>
              <a:t>While this plot does show correlation between starting salary and mid-career salary, it is not direct and doesn’t mean that a bad post-grad start dictates you will have bad mid-career outcomes</a:t>
            </a:r>
          </a:p>
          <a:p>
            <a:endParaRPr lang="en-US" sz="3000" dirty="0">
              <a:solidFill>
                <a:schemeClr val="bg1"/>
              </a:solidFill>
            </a:endParaRPr>
          </a:p>
          <a:p>
            <a:r>
              <a:rPr lang="en-US" sz="3000" dirty="0">
                <a:solidFill>
                  <a:schemeClr val="bg1"/>
                </a:solidFill>
              </a:rPr>
              <a:t>Looking specifically at liberal arts schools, they have slightly higher starting median salaries than most state schools but by mid-career the former students outcomes compare with those from engineering schools and even some ivy leagues. </a:t>
            </a:r>
          </a:p>
        </p:txBody>
      </p:sp>
      <p:pic>
        <p:nvPicPr>
          <p:cNvPr id="12" name="Picture 11">
            <a:extLst>
              <a:ext uri="{FF2B5EF4-FFF2-40B4-BE49-F238E27FC236}">
                <a16:creationId xmlns:a16="http://schemas.microsoft.com/office/drawing/2014/main" id="{A1A13196-65C3-9317-2C0C-E379234989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86025" y="4775597"/>
            <a:ext cx="10874524" cy="5397257"/>
          </a:xfrm>
          <a:prstGeom prst="rect">
            <a:avLst/>
          </a:prstGeom>
        </p:spPr>
      </p:pic>
      <p:sp>
        <p:nvSpPr>
          <p:cNvPr id="13" name="TextBox 12">
            <a:extLst>
              <a:ext uri="{FF2B5EF4-FFF2-40B4-BE49-F238E27FC236}">
                <a16:creationId xmlns:a16="http://schemas.microsoft.com/office/drawing/2014/main" id="{71409695-D0C1-5B26-EED3-F0C86B134C0D}"/>
              </a:ext>
            </a:extLst>
          </p:cNvPr>
          <p:cNvSpPr txBox="1"/>
          <p:nvPr/>
        </p:nvSpPr>
        <p:spPr>
          <a:xfrm>
            <a:off x="15862852" y="2643812"/>
            <a:ext cx="13397948" cy="1015663"/>
          </a:xfrm>
          <a:prstGeom prst="rect">
            <a:avLst/>
          </a:prstGeom>
          <a:noFill/>
        </p:spPr>
        <p:txBody>
          <a:bodyPr wrap="square" rtlCol="0">
            <a:spAutoFit/>
          </a:bodyPr>
          <a:lstStyle/>
          <a:p>
            <a:r>
              <a:rPr lang="en-US" sz="3000" dirty="0">
                <a:solidFill>
                  <a:schemeClr val="bg1"/>
                </a:solidFill>
              </a:rPr>
              <a:t>The below chart shows the top 10 majors based on starting salary compared to the salary of that major at their mid-career point</a:t>
            </a:r>
          </a:p>
        </p:txBody>
      </p:sp>
      <p:sp>
        <p:nvSpPr>
          <p:cNvPr id="14" name="TextBox 13">
            <a:extLst>
              <a:ext uri="{FF2B5EF4-FFF2-40B4-BE49-F238E27FC236}">
                <a16:creationId xmlns:a16="http://schemas.microsoft.com/office/drawing/2014/main" id="{DF25163D-8B04-E980-0087-F747A06E4AAB}"/>
              </a:ext>
            </a:extLst>
          </p:cNvPr>
          <p:cNvSpPr txBox="1"/>
          <p:nvPr/>
        </p:nvSpPr>
        <p:spPr>
          <a:xfrm>
            <a:off x="15862852" y="10654748"/>
            <a:ext cx="13397948" cy="4708981"/>
          </a:xfrm>
          <a:prstGeom prst="rect">
            <a:avLst/>
          </a:prstGeom>
          <a:noFill/>
        </p:spPr>
        <p:txBody>
          <a:bodyPr wrap="square" rtlCol="0">
            <a:spAutoFit/>
          </a:bodyPr>
          <a:lstStyle/>
          <a:p>
            <a:r>
              <a:rPr lang="en-US" sz="3000" dirty="0">
                <a:solidFill>
                  <a:schemeClr val="bg1"/>
                </a:solidFill>
              </a:rPr>
              <a:t>The above plot demonstrates that there are certain majors that do give you a more likely chance of obtaining a better starting and mid career salary compared to others. A lot of this majors are more specialized and most fall into the STEM space, which is always in high demand. </a:t>
            </a:r>
          </a:p>
          <a:p>
            <a:endParaRPr lang="en-US" sz="3000" dirty="0">
              <a:solidFill>
                <a:schemeClr val="bg1"/>
              </a:solidFill>
            </a:endParaRPr>
          </a:p>
          <a:p>
            <a:r>
              <a:rPr lang="en-US" sz="3000" dirty="0">
                <a:solidFill>
                  <a:schemeClr val="bg1"/>
                </a:solidFill>
              </a:rPr>
              <a:t>While these majors are great for those who want to go down one of these career paths, they don’t work for everyone. Luckily, these aren’t the only options that lead towards success. </a:t>
            </a:r>
          </a:p>
          <a:p>
            <a:endParaRPr lang="en-US" sz="3000" dirty="0">
              <a:solidFill>
                <a:schemeClr val="bg1"/>
              </a:solidFill>
            </a:endParaRPr>
          </a:p>
          <a:p>
            <a:endParaRPr lang="en-US" sz="3000" dirty="0">
              <a:solidFill>
                <a:schemeClr val="bg1"/>
              </a:solidFill>
            </a:endParaRPr>
          </a:p>
        </p:txBody>
      </p:sp>
      <p:pic>
        <p:nvPicPr>
          <p:cNvPr id="16" name="Picture 15">
            <a:extLst>
              <a:ext uri="{FF2B5EF4-FFF2-40B4-BE49-F238E27FC236}">
                <a16:creationId xmlns:a16="http://schemas.microsoft.com/office/drawing/2014/main" id="{F9D39909-1026-B086-4479-D67915319B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29991" y="15604575"/>
            <a:ext cx="11986591" cy="6945172"/>
          </a:xfrm>
          <a:prstGeom prst="rect">
            <a:avLst/>
          </a:prstGeom>
        </p:spPr>
      </p:pic>
      <p:sp>
        <p:nvSpPr>
          <p:cNvPr id="17" name="TextBox 16">
            <a:extLst>
              <a:ext uri="{FF2B5EF4-FFF2-40B4-BE49-F238E27FC236}">
                <a16:creationId xmlns:a16="http://schemas.microsoft.com/office/drawing/2014/main" id="{5755719B-C33A-AD9F-7E7E-D774E25BB47A}"/>
              </a:ext>
            </a:extLst>
          </p:cNvPr>
          <p:cNvSpPr txBox="1"/>
          <p:nvPr/>
        </p:nvSpPr>
        <p:spPr>
          <a:xfrm>
            <a:off x="16041757" y="23317200"/>
            <a:ext cx="12274825" cy="4708981"/>
          </a:xfrm>
          <a:prstGeom prst="rect">
            <a:avLst/>
          </a:prstGeom>
          <a:noFill/>
        </p:spPr>
        <p:txBody>
          <a:bodyPr wrap="square" rtlCol="0">
            <a:spAutoFit/>
          </a:bodyPr>
          <a:lstStyle/>
          <a:p>
            <a:r>
              <a:rPr lang="en-US" sz="3000" dirty="0">
                <a:solidFill>
                  <a:schemeClr val="bg1"/>
                </a:solidFill>
              </a:rPr>
              <a:t>The above chart shows the majors with the highest growth from median starting salary to median mid-career salary. It is based on percentage of their starting salary.</a:t>
            </a:r>
          </a:p>
          <a:p>
            <a:endParaRPr lang="en-US" sz="3000" dirty="0">
              <a:solidFill>
                <a:schemeClr val="bg1"/>
              </a:solidFill>
            </a:endParaRPr>
          </a:p>
          <a:p>
            <a:r>
              <a:rPr lang="en-US" sz="3000" dirty="0">
                <a:solidFill>
                  <a:schemeClr val="bg1"/>
                </a:solidFill>
              </a:rPr>
              <a:t>Although some STEM related majors still fall into these growth categories, there are a lot more majors which fall more into business, political, or creative fields. Even though you may have to sacrifice a bit of comfort living at the start of your career, these majors have massive growth opportunities which can allow you to make a comfortable salary very quickly. </a:t>
            </a:r>
          </a:p>
        </p:txBody>
      </p:sp>
      <p:sp>
        <p:nvSpPr>
          <p:cNvPr id="18" name="TextBox 17">
            <a:extLst>
              <a:ext uri="{FF2B5EF4-FFF2-40B4-BE49-F238E27FC236}">
                <a16:creationId xmlns:a16="http://schemas.microsoft.com/office/drawing/2014/main" id="{21EFBC9A-5906-8097-FB96-B4ED24088A0E}"/>
              </a:ext>
            </a:extLst>
          </p:cNvPr>
          <p:cNvSpPr txBox="1"/>
          <p:nvPr/>
        </p:nvSpPr>
        <p:spPr>
          <a:xfrm>
            <a:off x="29499340" y="2674620"/>
            <a:ext cx="11469756" cy="3785652"/>
          </a:xfrm>
          <a:prstGeom prst="rect">
            <a:avLst/>
          </a:prstGeom>
          <a:noFill/>
        </p:spPr>
        <p:txBody>
          <a:bodyPr wrap="square" rtlCol="0">
            <a:spAutoFit/>
          </a:bodyPr>
          <a:lstStyle/>
          <a:p>
            <a:r>
              <a:rPr lang="en-US" sz="3000" dirty="0">
                <a:solidFill>
                  <a:schemeClr val="bg1"/>
                </a:solidFill>
              </a:rPr>
              <a:t>Choosing the college you want to go to is a hard enough decision on your own during your senior year of high school, not even considering how stressful it can be to keep up grades and get good testing scores. Unfortunately you have to make a major decision which will affect your long term outcomes at a relatively young age. So many people get caught up in the brand of a school, rather than how it can actually help you succeed in the long term. </a:t>
            </a:r>
          </a:p>
        </p:txBody>
      </p:sp>
      <p:pic>
        <p:nvPicPr>
          <p:cNvPr id="20" name="Picture 19">
            <a:extLst>
              <a:ext uri="{FF2B5EF4-FFF2-40B4-BE49-F238E27FC236}">
                <a16:creationId xmlns:a16="http://schemas.microsoft.com/office/drawing/2014/main" id="{15E0A18E-6FC0-EA4C-E7E2-701E27725E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403861" y="6764995"/>
            <a:ext cx="11660711" cy="6303738"/>
          </a:xfrm>
          <a:prstGeom prst="rect">
            <a:avLst/>
          </a:prstGeom>
        </p:spPr>
      </p:pic>
      <p:sp>
        <p:nvSpPr>
          <p:cNvPr id="21" name="TextBox 20">
            <a:extLst>
              <a:ext uri="{FF2B5EF4-FFF2-40B4-BE49-F238E27FC236}">
                <a16:creationId xmlns:a16="http://schemas.microsoft.com/office/drawing/2014/main" id="{5B1B2BBE-D8BA-9693-47AB-B746CFD6B501}"/>
              </a:ext>
            </a:extLst>
          </p:cNvPr>
          <p:cNvSpPr txBox="1"/>
          <p:nvPr/>
        </p:nvSpPr>
        <p:spPr>
          <a:xfrm>
            <a:off x="29499338" y="13556974"/>
            <a:ext cx="11469758" cy="7940635"/>
          </a:xfrm>
          <a:prstGeom prst="rect">
            <a:avLst/>
          </a:prstGeom>
          <a:noFill/>
        </p:spPr>
        <p:txBody>
          <a:bodyPr wrap="square" rtlCol="0">
            <a:spAutoFit/>
          </a:bodyPr>
          <a:lstStyle/>
          <a:p>
            <a:r>
              <a:rPr lang="en-US" sz="3000" dirty="0">
                <a:solidFill>
                  <a:schemeClr val="bg1"/>
                </a:solidFill>
              </a:rPr>
              <a:t>The above chart shows the distributions of mid-career salary outcomes based on the type of school. As one could expect, the top 10% of students from Ivy League schools do incredibly well financially. What most probably wouldn’t expect is how much the rest of their students outcomes end up overlapping with those from other types of schools. </a:t>
            </a:r>
          </a:p>
          <a:p>
            <a:endParaRPr lang="en-US" sz="3000" dirty="0">
              <a:solidFill>
                <a:schemeClr val="bg1"/>
              </a:solidFill>
            </a:endParaRPr>
          </a:p>
          <a:p>
            <a:r>
              <a:rPr lang="en-US" sz="3000" dirty="0">
                <a:solidFill>
                  <a:schemeClr val="bg1"/>
                </a:solidFill>
              </a:rPr>
              <a:t>As can be seen above, there is not that much difference between the outcomes for students at most types of schools, especially for those who fall between the 25</a:t>
            </a:r>
            <a:r>
              <a:rPr lang="en-US" sz="3000" baseline="30000" dirty="0">
                <a:solidFill>
                  <a:schemeClr val="bg1"/>
                </a:solidFill>
              </a:rPr>
              <a:t>th</a:t>
            </a:r>
            <a:r>
              <a:rPr lang="en-US" sz="3000" dirty="0">
                <a:solidFill>
                  <a:schemeClr val="bg1"/>
                </a:solidFill>
              </a:rPr>
              <a:t> and 75</a:t>
            </a:r>
            <a:r>
              <a:rPr lang="en-US" sz="3000" baseline="30000" dirty="0">
                <a:solidFill>
                  <a:schemeClr val="bg1"/>
                </a:solidFill>
              </a:rPr>
              <a:t>th</a:t>
            </a:r>
            <a:r>
              <a:rPr lang="en-US" sz="3000" dirty="0">
                <a:solidFill>
                  <a:schemeClr val="bg1"/>
                </a:solidFill>
              </a:rPr>
              <a:t> percentiles within Engineering, Liberal Arts, Party, and State schools. </a:t>
            </a:r>
          </a:p>
          <a:p>
            <a:endParaRPr lang="en-US" sz="3000" dirty="0">
              <a:solidFill>
                <a:schemeClr val="bg1"/>
              </a:solidFill>
            </a:endParaRPr>
          </a:p>
          <a:p>
            <a:r>
              <a:rPr lang="en-US" sz="3000" dirty="0">
                <a:solidFill>
                  <a:schemeClr val="bg1"/>
                </a:solidFill>
              </a:rPr>
              <a:t>Also, within these categories not every school is the same. Some may have better outcomes than others, and overall some may just be a better fit for a prospective student than others. </a:t>
            </a:r>
          </a:p>
        </p:txBody>
      </p:sp>
      <p:sp>
        <p:nvSpPr>
          <p:cNvPr id="22" name="TextBox 21">
            <a:extLst>
              <a:ext uri="{FF2B5EF4-FFF2-40B4-BE49-F238E27FC236}">
                <a16:creationId xmlns:a16="http://schemas.microsoft.com/office/drawing/2014/main" id="{D3BC7865-15DE-DF46-757F-BAF60409B0EC}"/>
              </a:ext>
            </a:extLst>
          </p:cNvPr>
          <p:cNvSpPr txBox="1"/>
          <p:nvPr/>
        </p:nvSpPr>
        <p:spPr>
          <a:xfrm>
            <a:off x="29260800" y="22204017"/>
            <a:ext cx="11708296" cy="2862322"/>
          </a:xfrm>
          <a:prstGeom prst="rect">
            <a:avLst/>
          </a:prstGeom>
          <a:noFill/>
        </p:spPr>
        <p:txBody>
          <a:bodyPr wrap="square" rtlCol="0">
            <a:spAutoFit/>
          </a:bodyPr>
          <a:lstStyle/>
          <a:p>
            <a:r>
              <a:rPr lang="en-US" sz="3000" b="1" dirty="0">
                <a:solidFill>
                  <a:schemeClr val="bg1"/>
                </a:solidFill>
              </a:rPr>
              <a:t>Footnote</a:t>
            </a:r>
            <a:endParaRPr lang="en-US" sz="3000" dirty="0">
              <a:solidFill>
                <a:schemeClr val="bg1"/>
              </a:solidFill>
            </a:endParaRPr>
          </a:p>
          <a:p>
            <a:endParaRPr lang="en-US" sz="3000" b="1" dirty="0">
              <a:solidFill>
                <a:schemeClr val="bg1"/>
              </a:solidFill>
            </a:endParaRPr>
          </a:p>
          <a:p>
            <a:r>
              <a:rPr lang="en-US" sz="3000" dirty="0">
                <a:solidFill>
                  <a:schemeClr val="bg1"/>
                </a:solidFill>
              </a:rPr>
              <a:t>Mid career is defined as 10 years post-grad</a:t>
            </a:r>
          </a:p>
          <a:p>
            <a:r>
              <a:rPr lang="en-US" sz="3000" dirty="0">
                <a:solidFill>
                  <a:schemeClr val="bg1"/>
                </a:solidFill>
              </a:rPr>
              <a:t>All included in the survey have bachelors degrees</a:t>
            </a:r>
          </a:p>
          <a:p>
            <a:r>
              <a:rPr lang="en-US" sz="3000" dirty="0">
                <a:solidFill>
                  <a:schemeClr val="bg1"/>
                </a:solidFill>
              </a:rPr>
              <a:t>Data is from about 9 years ago so the numbers have definitely changed, but the same general trends still hold up. </a:t>
            </a:r>
          </a:p>
        </p:txBody>
      </p:sp>
    </p:spTree>
    <p:extLst>
      <p:ext uri="{BB962C8B-B14F-4D97-AF65-F5344CB8AC3E}">
        <p14:creationId xmlns:p14="http://schemas.microsoft.com/office/powerpoint/2010/main" val="13187078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48</TotalTime>
  <Words>636</Words>
  <Application>Microsoft Office PowerPoint</Application>
  <PresentationFormat>Custom</PresentationFormat>
  <Paragraphs>29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Aharoni</vt:lpstr>
      <vt:lpstr>Arial</vt:lpstr>
      <vt:lpstr>Century Gothic</vt:lpstr>
      <vt:lpstr>Wingdings 3</vt:lpstr>
      <vt:lpstr>Ion Boardroom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McNulty, Liam</dc:creator>
  <cp:lastModifiedBy>McNulty, Liam</cp:lastModifiedBy>
  <cp:revision>1</cp:revision>
  <dcterms:created xsi:type="dcterms:W3CDTF">2026-04-08T16:45:51Z</dcterms:created>
  <dcterms:modified xsi:type="dcterms:W3CDTF">2026-04-08T17:34:02Z</dcterms:modified>
</cp:coreProperties>
</file>